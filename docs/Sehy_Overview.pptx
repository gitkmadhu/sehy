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32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GL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103120"/>
            <a:ext cx="8229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Georgia"/>
              </a:rPr>
              <a:t>Sehy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DDAF7"/>
                </a:solidFill>
                <a:latin typeface="Calibri"/>
              </a:rPr>
              <a:t>A tiered mall &amp; store offers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7C2F2"/>
                </a:solidFill>
                <a:latin typeface="Calibri"/>
              </a:rPr>
              <a:t>One backend, three surfaces: shopper app · website (the CMS) · payments &amp; ad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C2F2"/>
                </a:solidFill>
                <a:latin typeface="Calibri"/>
              </a:rP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What Is Sehy?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A marketplace connecting shoppers with malls, stores, and time-limited offers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Browse by city, discover malls and stores, save offers you like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Every business role runs through one website that doubles as the CMS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Store staff/owners, mall staff/managers, and admins — no separate back-office app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A real revenue model, not just a directory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Store listing fees, store ad credits, and mall ad subscriptions — all via Razorpay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Built for India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Razorpay payments, IST-oriented scheduling (Friday–Sunday weekend ad windows), INR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One Backend,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20440" cy="7315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Shopper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Flutter · lib/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Shoppers only.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Browse, favorite, contact support.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No business-role login exists here at all — by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Plain HTML/JS · website/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Shoppers AND every business role.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The de facto CMS — no separate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admin subdomain or codebase.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37360"/>
            <a:ext cx="3520440" cy="7315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PHP 8 · backend/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Serves both of the above,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plus the Razorpay webhook.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64 endpoints, no router — the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filename is the URL.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Seven Roles, One 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shopper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73936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Default. Browses, favorites offers, contacts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296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store_owner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50592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Shown as "Store Manager." Owns stores, approves staff submissions.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44952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store_staff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27248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store. Submits edits for the owner to approve.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0390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mall_manager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03904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mall. Approves staff + store applications.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98264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mall_staff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8056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mall. Submits edits for the manager to approve.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5721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157216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Final publish step in every approval chain. Manages pricing &amp; banners.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51576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33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super_admin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833872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Everything admin can do, plus managing admin accounts &amp; the payments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HOW CONTENT GOES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The Approval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PENDING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Staff submitted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2788920"/>
            <a:ext cx="822960" cy="365760"/>
          </a:xfrm>
          <a:prstGeom prst="rightArrow">
            <a:avLst/>
          </a:prstGeom>
          <a:solidFill>
            <a:srgbClr val="5B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MANAGER_APPROVED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Not yet live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2788920"/>
            <a:ext cx="822960" cy="365760"/>
          </a:xfrm>
          <a:prstGeom prst="rightArrow">
            <a:avLst/>
          </a:prstGeom>
          <a:solidFill>
            <a:srgbClr val="5B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APPROVED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6178"/>
                </a:solidFill>
                <a:latin typeface="Calibri"/>
              </a:rPr>
              <a:t>A manager acting directly (no staff involved) skips straight to Approved /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4338CA"/>
                </a:solidFill>
                <a:latin typeface="Calibri"/>
              </a:rPr>
              <a:t>●  Applies to: stores, malls, mall ads, store ads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4338CA"/>
                </a:solidFill>
                <a:latin typeface="Calibri"/>
              </a:rPr>
              <a:t>●  Exception — Offers: two-stage only (pending → approved), no manager_approved step for 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Four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WHAT IT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881360" cy="15240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Store Listing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8600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One-time, gates a store owner's first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2860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Hardcoded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Store Ad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5468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Pay-per-upload credits for a store's own hero banners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546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Hardcoded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Mall Ad Subscriptions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2336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Monthly / Quarterly / Half-Yearly / Yearly — gates a mall's ad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233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rate_cards (admin-editable)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App &amp; City Banners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89204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Premium placements sold over email, Weekend vs Weekday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8920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rate_cards (admin-editable)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6928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Payments: Exactly Once, No Matter the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Order created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13639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Razorpay Checkout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83387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Client verifies
(or webhook does)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53135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Benefit applied
exactly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698480" cy="2103120"/>
          </a:xfrm>
          <a:prstGeom prst="roundRect">
            <a:avLst>
              <a:gd name="adj" fmla="val 6000"/>
            </a:avLst>
          </a:prstGeom>
          <a:solidFill>
            <a:srgbClr val="E3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39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THE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10149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UPDATE payments SET status='paid' WHERE status != 'paid'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Only the caller whose UPDATE actually changed a row goes on to fulfill the payment — so whichever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request wins the race (the client's verify call, or Razorpay's server-to-server webhook), the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benefit (a credit grant, a subscription extension) is applied exactly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Four Journeys Through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647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Shopper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Browse city → mall → store → offer. Public, no login until you favorite something.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1635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Store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004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Register → pay the listing fee → create → get approved → post offers → buy ad credits.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6791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Mall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5196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Admin creates the mall → manager signs up → subscribe → run ads → approve stores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1947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Admin &amp; Super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035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Review queue, pricing, banner sales, account management, the payments ledger.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Shopper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Home page — app-wide banner carousel, pick a 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City page — city-scoped banners, malls, and stores (no fallback to app-wide)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Mall page — approved stores nested inline, mall's own ad carousel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Store page — live offers, store ad carousel, featured Instagram/YouTube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Offer detail — every view increments a view counter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Favorite it — the one moment that needs a 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Store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Register as store_owner with a business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First store creation blocked — pay the one-time listing fee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Pay via Razorpay → store created, status =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Mall manager (or admin) approves — owner account activates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Post offers (always pending, even for the owner) → get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Buy ad credits → upload store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Store staff can feature an Instagram/YouTube post — owner reviews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57216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486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B45309"/>
                </a:solidFill>
                <a:latin typeface="Calibri"/>
              </a:rPr>
              <a:t>Store ads are still the legacy pay-per-credit model — not migrated to subscriptions.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Mall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Admin creates the mall, sets its official email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registers — no login token until admin approves the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Admin approves the signup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subscribes (Monthly/Quarterly/Half-Yearly/Yearly) via Razorpay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posts ads directly (auto-approved) or staff submits for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approves a store's application into the mall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Staff can feature an embed — manager and admin both sign 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Admin &amp; 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Single review queue: stores, offers, ads, malls, pending signups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 rate cards — the only DB-backed, admin-editable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Sell App/City Banners with a scheduling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super_admin creates/manages admin accounts — the only way one is ever made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super_admin audits the full payments ledger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B45309"/>
                </a:solidFill>
                <a:latin typeface="Calibri"/>
              </a:rPr>
              <a:t>require_role() treats super_admin as passing any check that allows 'admin' — zero changes needed across ~30 existing endpoints.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Recently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Tiered advertising platform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App/City Banners with scheduling + rate cards; mall ads moved to subscriptions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super_admin role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Blanket authority over everything admin does, plus admin-account management &amp; the payments ledger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Server-side image compression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Every upload is resized + re-encoded automatically (EXIF-rotation-corrected), cutting storage ~90%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Instagram &amp; YouTube integration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Channel links plus one featured embed per store/mall — curated by staff, published by the owner/manager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Documentation &amp; Video Walkthroughs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Sehy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7452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Architecture, data model, full 64-endpoint API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Sehy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70632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This deck's source material — the four journeys traced through real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9584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21024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Sehy Go-Live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66744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Ranked, checkable list of what to verify before/after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25696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Sehy First 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62856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Symptom → cause → first-aid steps → exact files, for when something breaks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675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178"/>
                </a:solidFill>
                <a:latin typeface="Calibri"/>
              </a:rPr>
              <a:t>Plus four screen-recorded video walkthroughs — one per journey above.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Go-Live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Sehy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Swap dev DB credentials &amp; Razorpay test keys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password-reset flow exists anywhere in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database backup schedule exists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6324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Broaden browser/device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rate limiting on login/register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9476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Reconcile early real transactions against Razorpay's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ALREADY SOLID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8912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Exactly-once payment fulfillment, curl + Playwright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7548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Role/permission model verified across every combination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12064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Image pipeline verified end-to-end with real EXIF-rotated photos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Full ranked checklist: Sehy Go-Live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228600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461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DDDAF7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